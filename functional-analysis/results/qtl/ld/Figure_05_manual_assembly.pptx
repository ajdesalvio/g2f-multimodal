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</p:sldIdLst>
  <p:sldSz cx="13716000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52" autoAdjust="0"/>
    <p:restoredTop sz="94660"/>
  </p:normalViewPr>
  <p:slideViewPr>
    <p:cSldViewPr snapToGrid="0">
      <p:cViewPr>
        <p:scale>
          <a:sx n="75" d="100"/>
          <a:sy n="75" d="100"/>
        </p:scale>
        <p:origin x="156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2244726"/>
            <a:ext cx="11658600" cy="47752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4500" y="7204076"/>
            <a:ext cx="10287000" cy="3311524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9C5C1-EBAB-4D6B-B33A-556163F28328}" type="datetimeFigureOut">
              <a:rPr lang="en-US" smtClean="0"/>
              <a:t>2026-02-24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4C52A-D413-42BC-A722-40B982746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908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9C5C1-EBAB-4D6B-B33A-556163F28328}" type="datetimeFigureOut">
              <a:rPr lang="en-US" smtClean="0"/>
              <a:t>2026-02-24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4C52A-D413-42BC-A722-40B982746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925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5832" y="3419479"/>
            <a:ext cx="11830050" cy="5705474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5832" y="9178929"/>
            <a:ext cx="11830050" cy="3000374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9C5C1-EBAB-4D6B-B33A-556163F28328}" type="datetimeFigureOut">
              <a:rPr lang="en-US" smtClean="0"/>
              <a:t>2026-02-24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4C52A-D413-42BC-A722-40B982746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78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3651250"/>
            <a:ext cx="58293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725" y="3651250"/>
            <a:ext cx="58293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9C5C1-EBAB-4D6B-B33A-556163F28328}" type="datetimeFigureOut">
              <a:rPr lang="en-US" smtClean="0"/>
              <a:t>2026-02-24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4C52A-D413-42BC-A722-40B982746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318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730253"/>
            <a:ext cx="11830050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4763" y="3362326"/>
            <a:ext cx="5802510" cy="1647824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4763" y="5010150"/>
            <a:ext cx="5802510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43726" y="3362326"/>
            <a:ext cx="5831087" cy="1647824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43726" y="5010150"/>
            <a:ext cx="5831087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9C5C1-EBAB-4D6B-B33A-556163F28328}" type="datetimeFigureOut">
              <a:rPr lang="en-US" smtClean="0"/>
              <a:t>2026-02-24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4C52A-D413-42BC-A722-40B982746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77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9C5C1-EBAB-4D6B-B33A-556163F28328}" type="datetimeFigureOut">
              <a:rPr lang="en-US" smtClean="0"/>
              <a:t>2026-02-24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4C52A-D413-42BC-A722-40B982746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647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9C5C1-EBAB-4D6B-B33A-556163F28328}" type="datetimeFigureOut">
              <a:rPr lang="en-US" smtClean="0"/>
              <a:t>2026-02-24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4C52A-D413-42BC-A722-40B982746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310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914400"/>
            <a:ext cx="4423767" cy="32004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1087" y="1974853"/>
            <a:ext cx="6943725" cy="9747250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4114800"/>
            <a:ext cx="4423767" cy="7623176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9C5C1-EBAB-4D6B-B33A-556163F28328}" type="datetimeFigureOut">
              <a:rPr lang="en-US" smtClean="0"/>
              <a:t>2026-02-24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4C52A-D413-42BC-A722-40B982746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737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914400"/>
            <a:ext cx="4423767" cy="32004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31087" y="1974853"/>
            <a:ext cx="6943725" cy="9747250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4114800"/>
            <a:ext cx="4423767" cy="7623176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9C5C1-EBAB-4D6B-B33A-556163F28328}" type="datetimeFigureOut">
              <a:rPr lang="en-US" smtClean="0"/>
              <a:t>2026-02-24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4C52A-D413-42BC-A722-40B982746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70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9C5C1-EBAB-4D6B-B33A-556163F28328}" type="datetimeFigureOut">
              <a:rPr lang="en-US" smtClean="0"/>
              <a:t>2026-02-24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4C52A-D413-42BC-A722-40B982746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072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15513" y="730250"/>
            <a:ext cx="2957513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6" y="730250"/>
            <a:ext cx="8701088" cy="11623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9C5C1-EBAB-4D6B-B33A-556163F28328}" type="datetimeFigureOut">
              <a:rPr lang="en-US" smtClean="0"/>
              <a:t>2026-02-24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4C52A-D413-42BC-A722-40B982746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924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2975" y="730253"/>
            <a:ext cx="1183005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975" y="3651250"/>
            <a:ext cx="1183005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975" y="12712703"/>
            <a:ext cx="30861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99C5C1-EBAB-4D6B-B33A-556163F28328}" type="datetimeFigureOut">
              <a:rPr lang="en-US" smtClean="0"/>
              <a:t>2026-02-24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3425" y="12712703"/>
            <a:ext cx="462915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86925" y="12712703"/>
            <a:ext cx="30861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24C52A-D413-42BC-A722-40B982746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666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29C19-81A6-A4DF-4FE1-528EF3332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aphic 21">
            <a:extLst>
              <a:ext uri="{FF2B5EF4-FFF2-40B4-BE49-F238E27FC236}">
                <a16:creationId xmlns:a16="http://schemas.microsoft.com/office/drawing/2014/main" id="{1AFE60C5-D74C-6E4D-D15F-0597559AB8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42262" y="7133712"/>
            <a:ext cx="5486400" cy="54864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72072A2-B45D-59D5-8147-50A54622E51A}"/>
              </a:ext>
            </a:extLst>
          </p:cNvPr>
          <p:cNvSpPr txBox="1"/>
          <p:nvPr/>
        </p:nvSpPr>
        <p:spPr>
          <a:xfrm>
            <a:off x="1742122" y="9211750"/>
            <a:ext cx="495300" cy="310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20" b="1" dirty="0">
                <a:latin typeface="Arial" panose="020B0604020202020204" pitchFamily="34" charset="0"/>
                <a:cs typeface="Arial" panose="020B0604020202020204" pitchFamily="34" charset="0"/>
              </a:rPr>
              <a:t>D)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7EEBC2F-93C6-A0C5-3DFE-93CC8C1382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42122" y="1478866"/>
            <a:ext cx="10239375" cy="77724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19D2AF55-8CB0-1F5B-7D71-0B432B1740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700000">
            <a:off x="3533296" y="8032531"/>
            <a:ext cx="2331720" cy="233172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DED0F5A8-7E9D-CE0F-DF32-DF38D1524F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2700000">
            <a:off x="8068047" y="8032531"/>
            <a:ext cx="2331720" cy="2331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504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61</TotalTime>
  <Words>2</Words>
  <Application>Microsoft Office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DeSalvio, Aaron James</dc:creator>
  <cp:lastModifiedBy>DeSalvio, Aaron James</cp:lastModifiedBy>
  <cp:revision>5</cp:revision>
  <dcterms:created xsi:type="dcterms:W3CDTF">2026-02-06T23:20:10Z</dcterms:created>
  <dcterms:modified xsi:type="dcterms:W3CDTF">2026-02-24T20:36:29Z</dcterms:modified>
</cp:coreProperties>
</file>